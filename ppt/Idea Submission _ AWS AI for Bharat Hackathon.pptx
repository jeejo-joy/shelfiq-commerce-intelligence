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itchFamily="2" charset="0"/>
      <p:regular r:id="rId14"/>
      <p:bold r:id="rId15"/>
    </p:embeddedFont>
    <p:embeddedFont>
      <p:font typeface="Manrope SemiBold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 dirty="0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Macintosh PowerPoint</Application>
  <PresentationFormat>On-screen Show (16:9)</PresentationFormat>
  <Paragraphs>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Manrope SemiBold</vt:lpstr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Jeejo Joy</cp:lastModifiedBy>
  <cp:revision>1</cp:revision>
  <dcterms:modified xsi:type="dcterms:W3CDTF">2026-02-15T12:28:42Z</dcterms:modified>
</cp:coreProperties>
</file>